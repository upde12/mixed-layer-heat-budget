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Decadal SST Variability in the East Asian Marginal Seas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Warming, Hiatus, and Reacceleration</a:t>
            </a:r>
          </a:p>
          <a:p>
            <a:r>
              <a:t>Hyoung-Ju Park, Yong-Sun Kim, Hanna Na</a:t>
            </a:r>
          </a:p>
          <a:p>
            <a:r>
              <a:t>2025-09-25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Western Boundary Currents warm faster than global mean (Wu et al., 2012)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1900–2008 HadISST1: WBC regions warm ~2× global mean</a:t>
            </a:r>
          </a:p>
          <a:p>
            <a:pPr/>
            <a:r>
              <a:t>Kuroshio region ≈ 1.3 °C/century vs global 0.62 ± 0.14 °C/century</a:t>
            </a:r>
          </a:p>
          <a:p>
            <a:pPr/>
            <a:r>
              <a:t>Key takeaway: East Asia lies in a WBC warming hotspot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206240" cy="2057955"/>
          </a:xfrm>
          <a:prstGeom prst="rect">
            <a:avLst/>
          </a:prstGeom>
        </p:spPr>
      </p:pic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645920"/>
            <a:ext cx="4206240" cy="408424"/>
          </a:xfrm>
          <a:prstGeom prst="rect">
            <a:avLst/>
          </a:prstGeom>
        </p:spPr>
      </p:pic>
      <p:pic>
        <p:nvPicPr>
          <p:cNvPr id="6" name="Picture 5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0"/>
            <a:ext cx="8503920" cy="15628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East Asian marginal seas: rapid acceleration since 1950 (Wang et al., 2023)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Since 1950: 0.10–0.14 °C/decade (SST trend)</a:t>
            </a:r>
          </a:p>
          <a:p>
            <a:r>
              <a:t>Since 1982: 0.14–0.16 °C/decade (SST trend)</a:t>
            </a:r>
          </a:p>
          <a:p>
            <a:r>
              <a:t>Decadal breakdown: 1979–1998 +0.31; 1998–2011 −0.27; 2011–2019 +0.45 °C/decade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Decadal variability and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Interplay of EAWM, WNPSH, PDO/IPO/NPGO, and Kuroshio heat transport</a:t>
            </a:r>
          </a:p>
          <a:p>
            <a:r>
              <a:t>PDO interpretation depends on dataset/EOF choice (Wen et al., 2014)</a:t>
            </a:r>
          </a:p>
          <a:p>
            <a:r>
              <a:t>Hiatus: tropical Pacific cooling dominates; extremes still intensify (Li 2019/2021; Wang 2019/2020)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mechanisms drove the rapid SST increase during the reacceleration (2011–2022)?</a:t>
            </a:r>
          </a:p>
          <a:p>
            <a:r>
              <a:t>Approach: separate interannual vs decadal; conduct mixed-layer heat-budget; evaluate closure (R²)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OISSTv2 (0.25°, daily, 1982–2022): SST</a:t>
            </a:r>
          </a:p>
          <a:p>
            <a:r>
              <a:t>ERA5 (0.25°, hourly→monthly, 1982–2022): atmosphere &amp; surface heat flux</a:t>
            </a:r>
          </a:p>
          <a:p>
            <a:r>
              <a:t>GLORYS12v1 (1/12°, daily, 1993–2022): ocean currents/SSH/MLD</a:t>
            </a:r>
          </a:p>
          <a:p>
            <a:r>
              <a:t>Mixed-layer heat budget: Ṫm = Diabatic − Advection − Entrainment + Hori.Diff + Vert.Diff</a:t>
            </a:r>
          </a:p>
          <a:p>
            <a:r>
              <a:t>Validation: budget closure via R²(Ṫm, RHS) and term-by-term contributions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